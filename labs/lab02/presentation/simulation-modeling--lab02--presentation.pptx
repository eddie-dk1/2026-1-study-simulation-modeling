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  <a:p>
            <a:pPr lvl="0" indent="0" marL="0">
              <a:buNone/>
            </a:pPr>
            <a:r>
              <a:rPr/>
              <a:t>НКНбд-01-23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Реализовать и исследовать базовые непрерывные модели, сравнить поведение компонент и подготовить воспроизводимые артефакты.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рассматривает две классические системы ОДУ: эпидемиологическую SIR-модель и экосистемную модель Лотки–Вольтерры.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Эксперименты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Рассчитана SIR-модель на горизонте 90 единиц времени.</a:t>
            </a:r>
          </a:p>
          <a:p>
            <a:pPr lvl="0"/>
            <a:r>
              <a:rPr/>
              <a:t>Смоделирована система Лотки–Вольтерры на горизонте 40 единиц времени.</a:t>
            </a:r>
          </a:p>
          <a:p>
            <a:pPr lvl="0"/>
            <a:r>
              <a:rPr/>
              <a:t>Собраны таблицы ключевых метрик и графики траекторий.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Визуализация</a:t>
            </a:r>
          </a:p>
        </p:txBody>
      </p:sp>
      <p:pic>
        <p:nvPicPr>
          <p:cNvPr descr="../project/plots/si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10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SIR и Лотка–Вольтерра собраны в одном пайплайне.</a:t>
            </a:r>
          </a:p>
          <a:p>
            <a:pPr lvl="0"/>
            <a:r>
              <a:rPr/>
              <a:t>Для каждой модели есть код, данные, графики и выводы.</a:t>
            </a:r>
          </a:p>
          <a:p>
            <a:pPr lvl="0"/>
            <a:r>
              <a:rPr/>
              <a:t>Результаты готовы к дальнейшему развитию в агентных и событийных постановках.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Артефакты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project/data/sir.csv</a:t>
            </a:r>
          </a:p>
          <a:p>
            <a:pPr lvl="0"/>
            <a:r>
              <a:rPr/>
              <a:t>project/data/lotka-volterra.csv</a:t>
            </a:r>
          </a:p>
          <a:p>
            <a:pPr lvl="0"/>
            <a:r>
              <a:rPr/>
              <a:t>project/plots/sir.png</a:t>
            </a:r>
          </a:p>
          <a:p>
            <a:pPr lvl="0"/>
            <a:r>
              <a:rPr/>
              <a:t>project/plots/lotka-volterra.png</a:t>
            </a:r>
          </a:p>
          <a:p>
            <a:pPr lvl="0"/>
            <a:r>
              <a:rPr/>
              <a:t>project/src/Lab02.jl</a:t>
            </a:r>
          </a:p>
          <a:p>
            <a:pPr lvl="0"/>
            <a:r>
              <a:rPr/>
              <a:t>project/notebook/lab02.ipynb</a:t>
            </a:r>
          </a:p>
          <a:p>
            <a:pPr lvl="0"/>
            <a:r>
              <a:rPr/>
              <a:t>report/simulation-modeling–lab02–report.qmd</a:t>
            </a:r>
          </a:p>
          <a:p>
            <a:pPr lvl="0"/>
            <a:r>
              <a:rPr/>
              <a:t>presentation/simulation-modeling–lab02–presentation.qmd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моделирование. Лабораторная работа 2</dc:title>
  <dc:creator>Гашимов Кенан Мухтар оглы</dc:creator>
  <cp:keywords/>
  <dcterms:created xsi:type="dcterms:W3CDTF">2026-06-08T14:39:07Z</dcterms:created>
  <dcterms:modified xsi:type="dcterms:W3CDTF">2026-06-08T14:39:07Z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2026-06-08</vt:lpwstr>
  </property>
</Properties>
</file>