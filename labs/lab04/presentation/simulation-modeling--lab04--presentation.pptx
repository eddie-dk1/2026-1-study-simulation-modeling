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4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  <a:p>
            <a:pPr lvl="0" indent="0" marL="0">
              <a:buNone/>
            </a:pPr>
            <a:r>
              <a:rPr/>
              <a:t>НКНбд-01-23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Построить агентную SIR-модель, исследовать влияние β и мобильности и оформить сравнительные артефакты.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Агентный подход позволяет исследовать SIR-модель с индивидуальными объектами, стохастикой контактов и влиянием мобильности.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Эксперименты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Смоделированы три сценария с разными значениями β и мобильности.</a:t>
            </a:r>
          </a:p>
          <a:p>
            <a:pPr lvl="0"/>
            <a:r>
              <a:rPr/>
              <a:t>Для каждого сценария собраны временные ряды S, I, R.</a:t>
            </a:r>
          </a:p>
          <a:p>
            <a:pPr lvl="0"/>
            <a:r>
              <a:rPr/>
              <a:t>Сравнены пики инфицированных и итоговое число переболевших.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Визуализация</a:t>
            </a:r>
          </a:p>
        </p:txBody>
      </p:sp>
      <p:pic>
        <p:nvPicPr>
          <p:cNvPr descr="../project/plots/agent-sir-scenario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Агентная постановка добавляет стохастику и пространственный фактор.</a:t>
            </a:r>
          </a:p>
          <a:p>
            <a:pPr lvl="0"/>
            <a:r>
              <a:rPr/>
              <a:t>Параметры β и мобильности существенно меняют пик эпидемии.</a:t>
            </a:r>
          </a:p>
          <a:p>
            <a:pPr lvl="0"/>
            <a:r>
              <a:rPr/>
              <a:t>Сценарии сведены в единый набор артефактов.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Артефакты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project/data/agent-sir-scenario-1.csv</a:t>
            </a:r>
          </a:p>
          <a:p>
            <a:pPr lvl="0"/>
            <a:r>
              <a:rPr/>
              <a:t>project/data/agent-sir-scenario-2.csv</a:t>
            </a:r>
          </a:p>
          <a:p>
            <a:pPr lvl="0"/>
            <a:r>
              <a:rPr/>
              <a:t>project/data/agent-sir-scenario-3.csv</a:t>
            </a:r>
          </a:p>
          <a:p>
            <a:pPr lvl="0"/>
            <a:r>
              <a:rPr/>
              <a:t>project/plots/agent-sir-scenarios.png</a:t>
            </a:r>
          </a:p>
          <a:p>
            <a:pPr lvl="0"/>
            <a:r>
              <a:rPr/>
              <a:t>project/src/Lab04.jl</a:t>
            </a:r>
          </a:p>
          <a:p>
            <a:pPr lvl="0"/>
            <a:r>
              <a:rPr/>
              <a:t>project/notebook/lab04.ipynb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моделирование. Лабораторная работа 4</dc:title>
  <dc:creator>Гашимов Кенан Мухтар оглы</dc:creator>
  <cp:keywords/>
  <dcterms:created xsi:type="dcterms:W3CDTF">2026-06-08T14:39:07Z</dcterms:created>
  <dcterms:modified xsi:type="dcterms:W3CDTF">2026-06-08T14:39:07Z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2026-06-08</vt:lpwstr>
  </property>
</Properties>
</file>