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1" Type="http://schemas.openxmlformats.org/officeDocument/2006/relationships/viewProps" Target="viewProps.xml" /><Relationship Id="rId10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3" Type="http://schemas.openxmlformats.org/officeDocument/2006/relationships/tableStyles" Target="tableStyles.xml" /><Relationship Id="rId12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.png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Имитационное моделирование. Лабораторная работа 5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Гашимов Кенан Мухтар оглы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2026-06-08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Имитационное моделирование. Лабораторная работа 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Гашимов Кенан Мухтар оглы</a:t>
            </a:r>
          </a:p>
          <a:p>
            <a:pPr lvl="0" indent="0" marL="0">
              <a:buNone/>
            </a:pPr>
            <a:r>
              <a:rPr/>
              <a:t>НКНбд-01-23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Цель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Описать систему через сеть Петри, воспроизвести динамику задачи обедающих философов и оформить результаты.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Теория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Сети Петри удобны для анализа конкуренции за ресурсы, синхронизации и свойств вроде блокировок и достижимости.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Эксперименты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Смоделирована дискретная динамика пяти философов и вилок.</a:t>
            </a:r>
          </a:p>
          <a:p>
            <a:pPr lvl="0"/>
            <a:r>
              <a:rPr/>
              <a:t>Собраны временные ряды числа едящих философов и занятых вилок.</a:t>
            </a:r>
          </a:p>
          <a:p>
            <a:pPr lvl="0"/>
            <a:r>
              <a:rPr/>
              <a:t>Проверено отсутствие полной остановки в выбранной стратегии захвата ресурсов.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Визуализация</a:t>
            </a:r>
          </a:p>
        </p:txBody>
      </p:sp>
      <p:pic>
        <p:nvPicPr>
          <p:cNvPr descr="../project/plots/dining-philosophers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524000" y="1193800"/>
            <a:ext cx="61087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Итоги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Сеть Петри использована для анализа ресурсоёмкого сценария.</a:t>
            </a:r>
          </a:p>
          <a:p>
            <a:pPr lvl="0"/>
            <a:r>
              <a:rPr/>
              <a:t>Обедающие философы дают наглядную проверку отсутствия полного тупика.</a:t>
            </a:r>
          </a:p>
          <a:p>
            <a:pPr lvl="0"/>
            <a:r>
              <a:rPr/>
              <a:t>Все данные и графики подготовлены для защиты лабораторной.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Артефакты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project/data/dining-philosophers.csv</a:t>
            </a:r>
          </a:p>
          <a:p>
            <a:pPr lvl="0"/>
            <a:r>
              <a:rPr/>
              <a:t>project/plots/dining-philosophers.png</a:t>
            </a:r>
          </a:p>
          <a:p>
            <a:pPr lvl="0"/>
            <a:r>
              <a:rPr/>
              <a:t>project/src/Lab05.jl</a:t>
            </a:r>
          </a:p>
          <a:p>
            <a:pPr lvl="0"/>
            <a:r>
              <a:rPr/>
              <a:t>project/notebook/lab05.ipynb</a:t>
            </a:r>
          </a:p>
          <a:p>
            <a:pPr lvl="0"/>
            <a:r>
              <a:rPr/>
              <a:t>RELEASE.md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Имитационное моделирование. Лабораторная работа 5</dc:title>
  <dc:creator>Гашимов Кенан Мухтар оглы</dc:creator>
  <cp:keywords/>
  <dcterms:created xsi:type="dcterms:W3CDTF">2026-06-08T14:39:07Z</dcterms:created>
  <dcterms:modified xsi:type="dcterms:W3CDTF">2026-06-08T14:39:07Z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ate">
    <vt:lpwstr>2026-06-08</vt:lpwstr>
  </property>
</Properties>
</file>