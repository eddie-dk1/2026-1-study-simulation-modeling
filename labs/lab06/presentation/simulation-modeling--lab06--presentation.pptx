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моделирование. Лабораторная работа 6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Гашимов Кенан Мухтар оглы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2026-06-08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моделирование. Лабораторная работа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Гашимов Кенан Мухтар оглы</a:t>
            </a:r>
          </a:p>
          <a:p>
            <a:pPr lvl="0" indent="0" marL="0">
              <a:buNone/>
            </a:pPr>
            <a:r>
              <a:rPr/>
              <a:t>НКНбд-01-23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Реализовать SIR как сеть Петри, провести дискретный эксперимент и сравнить динамику компонент.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SIR можно представить как сеть Петри, где токены соответствуют числу восприимчивых, инфицированных и выздоровевших, а переходы — заражению и выздоровлению.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Эксперименты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Запущена токенная SIR-модель на 81 шаге.</a:t>
            </a:r>
          </a:p>
          <a:p>
            <a:pPr lvl="0"/>
            <a:r>
              <a:rPr/>
              <a:t>Собраны временные ряды S, I и R.</a:t>
            </a:r>
          </a:p>
          <a:p>
            <a:pPr lvl="0"/>
            <a:r>
              <a:rPr/>
              <a:t>Рассчитан пик инфекции и финальное число выздоровевших.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Визуализация</a:t>
            </a:r>
          </a:p>
        </p:txBody>
      </p:sp>
      <p:pic>
        <p:nvPicPr>
          <p:cNvPr descr="../project/plots/sir-petr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24000" y="1193800"/>
            <a:ext cx="610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SIR успешно переложена на аппарат сетей Петри.</a:t>
            </a:r>
          </a:p>
          <a:p>
            <a:pPr lvl="0"/>
            <a:r>
              <a:rPr/>
              <a:t>Получена интерпретируемая токенная динамика.</a:t>
            </a:r>
          </a:p>
          <a:p>
            <a:pPr lvl="0"/>
            <a:r>
              <a:rPr/>
              <a:t>Подготовлены отчётные материалы и данные для защиты.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Артефакты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project/data/sir-petri.csv</a:t>
            </a:r>
          </a:p>
          <a:p>
            <a:pPr lvl="0"/>
            <a:r>
              <a:rPr/>
              <a:t>project/plots/sir-petri.png</a:t>
            </a:r>
          </a:p>
          <a:p>
            <a:pPr lvl="0"/>
            <a:r>
              <a:rPr/>
              <a:t>project/src/Lab06.jl</a:t>
            </a:r>
          </a:p>
          <a:p>
            <a:pPr lvl="0"/>
            <a:r>
              <a:rPr/>
              <a:t>project/notebook/lab06.ipynb</a:t>
            </a:r>
          </a:p>
          <a:p>
            <a:pPr lvl="0"/>
            <a:r>
              <a:rPr/>
              <a:t>report/simulation-modeling–lab06–report.qmd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Имитационное моделирование. Лабораторная работа 6</dc:title>
  <dc:creator>Гашимов Кенан Мухтар оглы</dc:creator>
  <cp:keywords/>
  <dcterms:created xsi:type="dcterms:W3CDTF">2026-06-08T14:39:07Z</dcterms:created>
  <dcterms:modified xsi:type="dcterms:W3CDTF">2026-06-08T14:39:07Z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2026-06-08</vt:lpwstr>
  </property>
</Properties>
</file>