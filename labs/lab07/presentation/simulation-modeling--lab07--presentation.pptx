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Имитационное моделирование. Лабораторная работа 7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Гашимов Кенан Мухтар оглы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2026-06-08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Имитационное моделирование. Лабораторная работа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Гашимов Кенан Мухтар оглы</a:t>
            </a:r>
          </a:p>
          <a:p>
            <a:pPr lvl="0" indent="0" marL="0">
              <a:buNone/>
            </a:pPr>
            <a:r>
              <a:rPr/>
              <a:t>НКНбд-01-23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Собрать DES-эксперименты для </a:t>
            </a:r>
            <a:r>
              <a:rPr>
                <a:latin typeface="Courier"/>
              </a:rPr>
              <a:t>M/M/c</a:t>
            </a:r>
            <a:r>
              <a:rPr/>
              <a:t> и событийного потока, оценить метрики ожидания и оформить артефакты.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Теория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DES-подход моделирует систему через упорядоченный календарь событий. На этой основе естественно реализуются очереди и пуассоновские потоки.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Эксперименты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Смоделированы очереди </a:t>
            </a:r>
            <a:r>
              <a:rPr>
                <a:latin typeface="Courier"/>
              </a:rPr>
              <a:t>M/M/c</a:t>
            </a:r>
            <a:r>
              <a:rPr/>
              <a:t> для трёх конфигураций числа каналов.</a:t>
            </a:r>
          </a:p>
          <a:p>
            <a:pPr lvl="0"/>
            <a:r>
              <a:rPr/>
              <a:t>Построен эксперимент с пуассоновским потоком в духе задач Росса.</a:t>
            </a:r>
          </a:p>
          <a:p>
            <a:pPr lvl="0"/>
            <a:r>
              <a:rPr/>
              <a:t>Собраны метрики ожидания, длины очереди и накопления событий.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Визуализация</a:t>
            </a:r>
          </a:p>
        </p:txBody>
      </p:sp>
      <p:pic>
        <p:nvPicPr>
          <p:cNvPr descr="../project/plots/mmc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Итоги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DES-очередь и пуассоновский поток собраны в одной лабораторной.</a:t>
            </a:r>
          </a:p>
          <a:p>
            <a:pPr lvl="0"/>
            <a:r>
              <a:rPr/>
              <a:t>Конфигурации </a:t>
            </a:r>
            <a:r>
              <a:rPr>
                <a:latin typeface="Courier"/>
              </a:rPr>
              <a:t>M/M/c</a:t>
            </a:r>
            <a:r>
              <a:rPr/>
              <a:t> сравниваются по среднему ожиданию.</a:t>
            </a:r>
          </a:p>
          <a:p>
            <a:pPr lvl="0"/>
            <a:r>
              <a:rPr/>
              <a:t>Событийный подход подготовлен для SIR следующей лабораторной.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Артефакты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project/data/mmc-2-servers.csv</a:t>
            </a:r>
          </a:p>
          <a:p>
            <a:pPr lvl="0"/>
            <a:r>
              <a:rPr/>
              <a:t>project/data/mmc-3-servers.csv</a:t>
            </a:r>
          </a:p>
          <a:p>
            <a:pPr lvl="0"/>
            <a:r>
              <a:rPr/>
              <a:t>project/data/mmc-4-servers.csv</a:t>
            </a:r>
          </a:p>
          <a:p>
            <a:pPr lvl="0"/>
            <a:r>
              <a:rPr/>
              <a:t>project/data/ross-poisson.csv</a:t>
            </a:r>
          </a:p>
          <a:p>
            <a:pPr lvl="0"/>
            <a:r>
              <a:rPr/>
              <a:t>project/plots/mmc.png</a:t>
            </a:r>
          </a:p>
          <a:p>
            <a:pPr lvl="0"/>
            <a:r>
              <a:rPr/>
              <a:t>project/plots/ross-poisson.png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Имитационное моделирование. Лабораторная работа 7</dc:title>
  <dc:creator>Гашимов Кенан Мухтар оглы</dc:creator>
  <cp:keywords/>
  <dcterms:created xsi:type="dcterms:W3CDTF">2026-06-08T14:39:08Z</dcterms:created>
  <dcterms:modified xsi:type="dcterms:W3CDTF">2026-06-08T14:39:08Z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2026-06-08</vt:lpwstr>
  </property>
</Properties>
</file>