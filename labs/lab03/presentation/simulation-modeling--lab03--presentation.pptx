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Исследовать модель Daisyworld, построить зависимости покрытия и температуры от светимости и оформить результаты.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Daisyworld показывает, как взаимодействие среды и организмов способно стабилизировать температуру за счёт обратной связи.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Вычислена зависимость покрытий чёрных и белых маргариток от светимости.</a:t>
            </a:r>
          </a:p>
          <a:p>
            <a:pPr lvl="0"/>
            <a:r>
              <a:rPr/>
              <a:t>Оценена температурная стабилизация в окрестности комфортного диапазона.</a:t>
            </a:r>
          </a:p>
          <a:p>
            <a:pPr lvl="0"/>
            <a:r>
              <a:rPr/>
              <a:t>Сформированы данные и график для отчёта и презентации.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daisyworl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Показана связь светимости, альбедо и температуры.</a:t>
            </a:r>
          </a:p>
          <a:p>
            <a:pPr lvl="0"/>
            <a:r>
              <a:rPr/>
              <a:t>Выделен диапазон устойчивой саморегуляции.</a:t>
            </a:r>
          </a:p>
          <a:p>
            <a:pPr lvl="0"/>
            <a:r>
              <a:rPr/>
              <a:t>Подготовлены данные для дальнейшей агентной детализации.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project/data/daisyworld.csv</a:t>
            </a:r>
          </a:p>
          <a:p>
            <a:pPr lvl="0"/>
            <a:r>
              <a:rPr/>
              <a:t>project/plots/daisyworld.png</a:t>
            </a:r>
          </a:p>
          <a:p>
            <a:pPr lvl="0"/>
            <a:r>
              <a:rPr/>
              <a:t>project/src/Lab03.jl</a:t>
            </a:r>
          </a:p>
          <a:p>
            <a:pPr lvl="0"/>
            <a:r>
              <a:rPr/>
              <a:t>project/test/runtests.jl</a:t>
            </a:r>
          </a:p>
          <a:p>
            <a:pPr lvl="0"/>
            <a:r>
              <a:rPr/>
              <a:t>project/notebook/lab03.ipynb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3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