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Имитационное моделирование. Лабораторная работа 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Гашимов Кенан Мухтар оглы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2026-06-08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Имитационное моделирование. Лабораторная работа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Гашимов Кенан Мухтар оглы</a:t>
            </a:r>
          </a:p>
          <a:p>
            <a:pPr lvl="0" indent="0" marL="0">
              <a:buNone/>
            </a:pPr>
            <a:r>
              <a:rPr/>
              <a:t>НКНбд-01-23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Создать рабочее пространство курса, подготовить DrWatson-совместимую структуру проекта и воспроизвести пример модели экспоненциального роста в literate-формате.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Лабораторная посвящена подготовке репозитория курса, созданию структурированного рабочего пространства и воспроизводимого проекта с примером модели экспоненциального роста.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Эксперименты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Построен курс с типовой структурой каталогов </a:t>
            </a:r>
            <a:r>
              <a:rPr>
                <a:latin typeface="Courier"/>
              </a:rPr>
              <a:t>labs/lab01</a:t>
            </a:r>
            <a:r>
              <a:rPr/>
              <a:t> … </a:t>
            </a:r>
            <a:r>
              <a:rPr>
                <a:latin typeface="Courier"/>
              </a:rPr>
              <a:t>labs/lab08</a:t>
            </a:r>
            <a:r>
              <a:rPr/>
              <a:t>.</a:t>
            </a:r>
          </a:p>
          <a:p>
            <a:pPr lvl="0"/>
            <a:r>
              <a:rPr/>
              <a:t>Для модели экспоненциального роста исследованы три значения параметра α.</a:t>
            </a:r>
          </a:p>
          <a:p>
            <a:pPr lvl="0"/>
            <a:r>
              <a:rPr/>
              <a:t>Собраны исходные данные, таблица метрик и визуализация динамики.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Визуализация</a:t>
            </a:r>
          </a:p>
        </p:txBody>
      </p:sp>
      <p:pic>
        <p:nvPicPr>
          <p:cNvPr descr="../project/plots/exponential-growth-scenario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24000" y="1193800"/>
            <a:ext cx="610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Каркас курса развёрнут.</a:t>
            </a:r>
          </a:p>
          <a:p>
            <a:pPr lvl="0"/>
            <a:r>
              <a:rPr/>
              <a:t>Модель экспоненциального роста исследована для нескольких α.</a:t>
            </a:r>
          </a:p>
          <a:p>
            <a:pPr lvl="0"/>
            <a:r>
              <a:rPr/>
              <a:t>Подготовлен literate-пайплайн: код, markdown, notebook, отчёт, презентация.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Артефакты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report/simulation-modeling–lab01–report.qmd</a:t>
            </a:r>
          </a:p>
          <a:p>
            <a:pPr lvl="0"/>
            <a:r>
              <a:rPr/>
              <a:t>presentation/simulation-modeling–lab01–presentation.qmd</a:t>
            </a:r>
          </a:p>
          <a:p>
            <a:pPr lvl="0"/>
            <a:r>
              <a:rPr/>
              <a:t>project/src/Lab01.jl</a:t>
            </a:r>
          </a:p>
          <a:p>
            <a:pPr lvl="0"/>
            <a:r>
              <a:rPr/>
              <a:t>project/scripts/lab01.jl</a:t>
            </a:r>
          </a:p>
          <a:p>
            <a:pPr lvl="0"/>
            <a:r>
              <a:rPr/>
              <a:t>project/test/runtests.jl</a:t>
            </a:r>
          </a:p>
          <a:p>
            <a:pPr lvl="0"/>
            <a:r>
              <a:rPr/>
              <a:t>project/notebook/lab01.ipynb</a:t>
            </a:r>
          </a:p>
          <a:p>
            <a:pPr lvl="0"/>
            <a:r>
              <a:rPr/>
              <a:t>project/markdown/lab01.qmd</a:t>
            </a:r>
          </a:p>
          <a:p>
            <a:pPr lvl="0"/>
            <a:r>
              <a:rPr/>
              <a:t>project/data/exponential-growth-alpha-*.csv</a:t>
            </a:r>
          </a:p>
          <a:p>
            <a:pPr lvl="0"/>
            <a:r>
              <a:rPr/>
              <a:t>project/plots/exponential-growth-scenarios.png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Имитационное моделирование. Лабораторная работа 1</dc:title>
  <dc:creator>Гашимов Кенан Мухтар оглы</dc:creator>
  <cp:keywords/>
  <dcterms:created xsi:type="dcterms:W3CDTF">2026-06-08T14:39:07Z</dcterms:created>
  <dcterms:modified xsi:type="dcterms:W3CDTF">2026-06-08T14:39:07Z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2026-06-08</vt:lpwstr>
  </property>
</Properties>
</file>