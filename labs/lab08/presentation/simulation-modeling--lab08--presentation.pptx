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Построить событийную SIR-модель, сравнить несколько сценариев параметров и оформить финальный комплект артефактов курса.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событийной SIR-модели моменты заражения и выздоровления генерируются как случайные события, что даёт естественную стохастическую траекторию эпидемии.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Смоделированы три сценария событийной SIR-модели.</a:t>
            </a:r>
          </a:p>
          <a:p>
            <a:pPr lvl="0"/>
            <a:r>
              <a:rPr/>
              <a:t>Для каждого сценария собраны траектории по событийному времени.</a:t>
            </a:r>
          </a:p>
          <a:p>
            <a:pPr lvl="0"/>
            <a:r>
              <a:rPr/>
              <a:t>Сравнены пики инфицированных, время пика и число выздоровевших к концу моделирования.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event-s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Показана событийная трактовка эпидемии.</a:t>
            </a:r>
          </a:p>
          <a:p>
            <a:pPr lvl="0"/>
            <a:r>
              <a:rPr/>
              <a:t>Сценарии сравниваются по пику и времени пика.</a:t>
            </a:r>
          </a:p>
          <a:p>
            <a:pPr lvl="0"/>
            <a:r>
              <a:rPr/>
              <a:t>Лабораторная завершает курс единым воспроизводимым набором артефактов.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project/data/event-sir-1.csv</a:t>
            </a:r>
          </a:p>
          <a:p>
            <a:pPr lvl="0"/>
            <a:r>
              <a:rPr/>
              <a:t>project/data/event-sir-2.csv</a:t>
            </a:r>
          </a:p>
          <a:p>
            <a:pPr lvl="0"/>
            <a:r>
              <a:rPr/>
              <a:t>project/data/event-sir-3.csv</a:t>
            </a:r>
          </a:p>
          <a:p>
            <a:pPr lvl="0"/>
            <a:r>
              <a:rPr/>
              <a:t>project/plots/event-sir.png</a:t>
            </a:r>
          </a:p>
          <a:p>
            <a:pPr lvl="0"/>
            <a:r>
              <a:rPr/>
              <a:t>project/src/Lab08.jl</a:t>
            </a:r>
          </a:p>
          <a:p>
            <a:pPr lvl="0"/>
            <a:r>
              <a:rPr/>
              <a:t>project/notebook/lab08.ipynb</a:t>
            </a:r>
          </a:p>
          <a:p>
            <a:pPr lvl="0"/>
            <a:r>
              <a:rPr/>
              <a:t>report/simulation-modeling–lab08–report.qmd</a:t>
            </a:r>
          </a:p>
          <a:p>
            <a:pPr lvl="0"/>
            <a:r>
              <a:rPr/>
              <a:t>presentation/simulation-modeling–lab08–presentation.qmd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8</dc:title>
  <dc:creator>Гашимов Кенан Мухтар оглы</dc:creator>
  <cp:keywords/>
  <dcterms:created xsi:type="dcterms:W3CDTF">2026-06-08T14:39:08Z</dcterms:created>
  <dcterms:modified xsi:type="dcterms:W3CDTF">2026-06-08T14:39:08Z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